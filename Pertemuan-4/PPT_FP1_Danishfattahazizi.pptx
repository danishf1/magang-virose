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 Medium" charset="1" panose="00000600000000000000"/>
      <p:regular r:id="rId17"/>
    </p:embeddedFont>
    <p:embeddedFont>
      <p:font typeface="Open Sauce Light" charset="1" panose="00000400000000000000"/>
      <p:regular r:id="rId18"/>
    </p:embeddedFont>
    <p:embeddedFont>
      <p:font typeface="Open Sauce" charset="1" panose="00000500000000000000"/>
      <p:regular r:id="rId19"/>
    </p:embeddedFont>
    <p:embeddedFont>
      <p:font typeface="Open Sauce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98857" y="4194175"/>
            <a:ext cx="13890285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b="true" sz="9999" spc="-469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Pelanggan ServisLaen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17766" y="3005476"/>
            <a:ext cx="9052468" cy="112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98"/>
              </a:lnSpc>
              <a:spcBef>
                <a:spcPct val="0"/>
              </a:spcBef>
            </a:pPr>
            <a:r>
              <a:rPr lang="en-US" sz="6641" spc="-31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FP Vi-Rose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03978" y="2305986"/>
            <a:ext cx="9080044" cy="5675028"/>
          </a:xfrm>
          <a:custGeom>
            <a:avLst/>
            <a:gdLst/>
            <a:ahLst/>
            <a:cxnLst/>
            <a:rect r="r" b="b" t="t" l="l"/>
            <a:pathLst>
              <a:path h="5675028" w="9080044">
                <a:moveTo>
                  <a:pt x="0" y="0"/>
                </a:moveTo>
                <a:lnTo>
                  <a:pt x="9080044" y="0"/>
                </a:lnTo>
                <a:lnTo>
                  <a:pt x="9080044" y="5675028"/>
                </a:lnTo>
                <a:lnTo>
                  <a:pt x="0" y="5675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98857" y="209762"/>
            <a:ext cx="13890285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b="true" sz="9999" spc="-469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Pelanggan ServisLaen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49558" y="8323914"/>
            <a:ext cx="12513322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Pelanggan (mengajukan servis, menanyakan status, mengambil perangkat)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88543" y="3332612"/>
            <a:ext cx="10626243" cy="2508532"/>
          </a:xfrm>
          <a:custGeom>
            <a:avLst/>
            <a:gdLst/>
            <a:ahLst/>
            <a:cxnLst/>
            <a:rect r="r" b="b" t="t" l="l"/>
            <a:pathLst>
              <a:path h="2508532" w="10626243">
                <a:moveTo>
                  <a:pt x="0" y="0"/>
                </a:moveTo>
                <a:lnTo>
                  <a:pt x="10626243" y="0"/>
                </a:lnTo>
                <a:lnTo>
                  <a:pt x="10626243" y="2508532"/>
                </a:lnTo>
                <a:lnTo>
                  <a:pt x="0" y="2508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348" t="-79363" r="-354682" b="-103592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99770" y="4167500"/>
            <a:ext cx="14488460" cy="1952000"/>
          </a:xfrm>
          <a:custGeom>
            <a:avLst/>
            <a:gdLst/>
            <a:ahLst/>
            <a:cxnLst/>
            <a:rect r="r" b="b" t="t" l="l"/>
            <a:pathLst>
              <a:path h="1952000" w="14488460">
                <a:moveTo>
                  <a:pt x="0" y="0"/>
                </a:moveTo>
                <a:lnTo>
                  <a:pt x="14488460" y="0"/>
                </a:lnTo>
                <a:lnTo>
                  <a:pt x="14488460" y="1952000"/>
                </a:lnTo>
                <a:lnTo>
                  <a:pt x="0" y="1952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051" t="-72960" r="-123574" b="-88594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98857" y="209762"/>
            <a:ext cx="13890285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b="true" sz="9999" spc="-469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ServisLaen_App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1176" y="3777301"/>
            <a:ext cx="13845649" cy="2732399"/>
          </a:xfrm>
          <a:custGeom>
            <a:avLst/>
            <a:gdLst/>
            <a:ahLst/>
            <a:cxnLst/>
            <a:rect r="r" b="b" t="t" l="l"/>
            <a:pathLst>
              <a:path h="2732399" w="13845649">
                <a:moveTo>
                  <a:pt x="0" y="0"/>
                </a:moveTo>
                <a:lnTo>
                  <a:pt x="13845648" y="0"/>
                </a:lnTo>
                <a:lnTo>
                  <a:pt x="13845648" y="2732398"/>
                </a:lnTo>
                <a:lnTo>
                  <a:pt x="0" y="2732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890" t="-70292" r="-252587" b="-96834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5317" y="934201"/>
            <a:ext cx="18207939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b="true" sz="9999" spc="-469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ESP_Server &amp; ESP_Transmitter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2095" y="1823878"/>
            <a:ext cx="6403810" cy="6639244"/>
          </a:xfrm>
          <a:custGeom>
            <a:avLst/>
            <a:gdLst/>
            <a:ahLst/>
            <a:cxnLst/>
            <a:rect r="r" b="b" t="t" l="l"/>
            <a:pathLst>
              <a:path h="6639244" w="6403810">
                <a:moveTo>
                  <a:pt x="0" y="0"/>
                </a:moveTo>
                <a:lnTo>
                  <a:pt x="6403810" y="0"/>
                </a:lnTo>
                <a:lnTo>
                  <a:pt x="6403810" y="6639244"/>
                </a:lnTo>
                <a:lnTo>
                  <a:pt x="0" y="6639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7262" y="-17497"/>
            <a:ext cx="15281000" cy="144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49"/>
              </a:lnSpc>
              <a:spcBef>
                <a:spcPct val="0"/>
              </a:spcBef>
            </a:pPr>
            <a:r>
              <a:rPr lang="en-US" b="true" sz="8392" spc="-394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UML Class ESP_Transmitter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05764" y="1427640"/>
            <a:ext cx="5623994" cy="8932226"/>
          </a:xfrm>
          <a:custGeom>
            <a:avLst/>
            <a:gdLst/>
            <a:ahLst/>
            <a:cxnLst/>
            <a:rect r="r" b="b" t="t" l="l"/>
            <a:pathLst>
              <a:path h="8932226" w="5623994">
                <a:moveTo>
                  <a:pt x="0" y="0"/>
                </a:moveTo>
                <a:lnTo>
                  <a:pt x="5623994" y="0"/>
                </a:lnTo>
                <a:lnTo>
                  <a:pt x="5623994" y="8932226"/>
                </a:lnTo>
                <a:lnTo>
                  <a:pt x="0" y="8932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78300" y="-17497"/>
            <a:ext cx="15281000" cy="144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49"/>
              </a:lnSpc>
              <a:spcBef>
                <a:spcPct val="0"/>
              </a:spcBef>
            </a:pPr>
            <a:r>
              <a:rPr lang="en-US" b="true" sz="8392" spc="-394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UML Class ESP_Server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4681" y="1428043"/>
            <a:ext cx="2210600" cy="13751453"/>
          </a:xfrm>
          <a:custGeom>
            <a:avLst/>
            <a:gdLst/>
            <a:ahLst/>
            <a:cxnLst/>
            <a:rect r="r" b="b" t="t" l="l"/>
            <a:pathLst>
              <a:path h="13751453" w="2210600">
                <a:moveTo>
                  <a:pt x="0" y="0"/>
                </a:moveTo>
                <a:lnTo>
                  <a:pt x="2210600" y="0"/>
                </a:lnTo>
                <a:lnTo>
                  <a:pt x="2210600" y="13751453"/>
                </a:lnTo>
                <a:lnTo>
                  <a:pt x="0" y="13751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23188" y="11481"/>
            <a:ext cx="15281000" cy="144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49"/>
              </a:lnSpc>
              <a:spcBef>
                <a:spcPct val="0"/>
              </a:spcBef>
            </a:pPr>
            <a:r>
              <a:rPr lang="en-US" b="true" sz="8392" spc="-394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Flowchart sistem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8388" y="2514298"/>
            <a:ext cx="2210600" cy="4753926"/>
          </a:xfrm>
          <a:custGeom>
            <a:avLst/>
            <a:gdLst/>
            <a:ahLst/>
            <a:cxnLst/>
            <a:rect r="r" b="b" t="t" l="l"/>
            <a:pathLst>
              <a:path h="4753926" w="2210600">
                <a:moveTo>
                  <a:pt x="0" y="0"/>
                </a:moveTo>
                <a:lnTo>
                  <a:pt x="2210600" y="0"/>
                </a:lnTo>
                <a:lnTo>
                  <a:pt x="2210600" y="4753926"/>
                </a:lnTo>
                <a:lnTo>
                  <a:pt x="0" y="4753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926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78300" y="533077"/>
            <a:ext cx="15281000" cy="144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49"/>
              </a:lnSpc>
              <a:spcBef>
                <a:spcPct val="0"/>
              </a:spcBef>
            </a:pPr>
            <a:r>
              <a:rPr lang="en-US" b="true" sz="8392" spc="-394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Flowchart sistem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8300" y="533077"/>
            <a:ext cx="15281000" cy="144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49"/>
              </a:lnSpc>
              <a:spcBef>
                <a:spcPct val="0"/>
              </a:spcBef>
            </a:pPr>
            <a:r>
              <a:rPr lang="en-US" b="true" sz="8392" spc="-394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Contoh Input Output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91603" y="2731248"/>
            <a:ext cx="12513322" cy="173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Ajukan</a:t>
            </a:r>
          </a:p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laptop</a:t>
            </a:r>
          </a:p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asus</a:t>
            </a:r>
          </a:p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mati total, gabisa nyala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91603" y="5221148"/>
            <a:ext cx="12513322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Wahai customer: 5352564C3031{”action”:”ajukan”, “id”:1}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766230" y="1991193"/>
            <a:ext cx="1528100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188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Input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563387" y="4478198"/>
            <a:ext cx="1528100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188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01336" y="3321784"/>
            <a:ext cx="8370898" cy="269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2"/>
              </a:lnSpc>
              <a:spcBef>
                <a:spcPct val="0"/>
              </a:spcBef>
            </a:pPr>
            <a:r>
              <a:rPr lang="en-US" sz="15901" spc="-74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Thank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96971" y="3315762"/>
            <a:ext cx="6728953" cy="269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2"/>
              </a:lnSpc>
              <a:spcBef>
                <a:spcPct val="0"/>
              </a:spcBef>
            </a:pPr>
            <a:r>
              <a:rPr lang="en-US" b="true" sz="15901" spc="-74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DAHY_Pr474s</dc:identifier>
  <dcterms:modified xsi:type="dcterms:W3CDTF">2011-08-01T06:04:30Z</dcterms:modified>
  <cp:revision>1</cp:revision>
  <dc:title>PPT_FP1_Danishfattahazizi</dc:title>
</cp:coreProperties>
</file>